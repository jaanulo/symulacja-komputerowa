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2"/>
  </p:notesMasterIdLst>
  <p:sldIdLst>
    <p:sldId id="256" r:id="rId2"/>
    <p:sldId id="283" r:id="rId3"/>
    <p:sldId id="282" r:id="rId4"/>
    <p:sldId id="284" r:id="rId5"/>
    <p:sldId id="286" r:id="rId6"/>
    <p:sldId id="285" r:id="rId7"/>
    <p:sldId id="287" r:id="rId8"/>
    <p:sldId id="288" r:id="rId9"/>
    <p:sldId id="289" r:id="rId10"/>
    <p:sldId id="290" r:id="rId11"/>
  </p:sldIdLst>
  <p:sldSz cx="9144000" cy="6858000" type="screen4x3"/>
  <p:notesSz cx="6562725" cy="8686800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3A1"/>
    <a:srgbClr val="A719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9"/>
    <p:restoredTop sz="93236"/>
  </p:normalViewPr>
  <p:slideViewPr>
    <p:cSldViewPr snapToObjects="1">
      <p:cViewPr varScale="1">
        <p:scale>
          <a:sx n="122" d="100"/>
          <a:sy n="122" d="100"/>
        </p:scale>
        <p:origin x="25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717925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25D14-7191-7A41-B01F-011AA8CB6093}" type="datetimeFigureOut">
              <a:rPr lang="pl-PL" smtClean="0"/>
              <a:t>6.11.2025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27150" y="1085850"/>
            <a:ext cx="3908425" cy="2932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55638" y="4179888"/>
            <a:ext cx="5251450" cy="34210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251825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717925" y="8251825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D38DD-8B54-8045-AAB4-F8395B7CE60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7720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57419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 każdym zdarzeniem</a:t>
            </a:r>
            <a:r>
              <a:rPr lang="pl-PL" baseline="0" dirty="0"/>
              <a:t> związany jest atrybut czasowy T.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4461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[2]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885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D38DD-8B54-8045-AAB4-F8395B7CE60E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847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52" name="Picture 12" descr="pasek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2425"/>
            <a:ext cx="1655763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1655763" y="1628775"/>
            <a:ext cx="7524750" cy="5229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873250" y="2130425"/>
            <a:ext cx="7089775" cy="20193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pl-PL" altLang="pl-PL" noProof="0"/>
              <a:t>Kliknij, aby edytować styl wzorca tytułu</a:t>
            </a: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73250" y="5697538"/>
            <a:ext cx="7089775" cy="900112"/>
          </a:xfrm>
        </p:spPr>
        <p:txBody>
          <a:bodyPr anchor="b"/>
          <a:lstStyle>
            <a:lvl1pPr marL="0" indent="0" algn="ctr">
              <a:buFontTx/>
              <a:buNone/>
              <a:defRPr sz="2000">
                <a:solidFill>
                  <a:srgbClr val="FFD3A1"/>
                </a:solidFill>
              </a:defRPr>
            </a:lvl1pPr>
          </a:lstStyle>
          <a:p>
            <a:pPr lvl="0"/>
            <a:r>
              <a:rPr lang="pl-PL" altLang="pl-PL" noProof="0"/>
              <a:t>Kliknij, aby edytować styl wzorca podtytułu</a:t>
            </a:r>
          </a:p>
        </p:txBody>
      </p:sp>
      <p:pic>
        <p:nvPicPr>
          <p:cNvPr id="35856" name="Picture 16" descr="logo pl duz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463"/>
            <a:ext cx="7742238" cy="164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002974988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46972944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11188" y="1881188"/>
            <a:ext cx="4135437" cy="486092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899025" y="1881188"/>
            <a:ext cx="4137025" cy="486092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1347771359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35722157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</p:spTree>
    <p:extLst>
      <p:ext uri="{BB962C8B-B14F-4D97-AF65-F5344CB8AC3E}">
        <p14:creationId xmlns:p14="http://schemas.microsoft.com/office/powerpoint/2010/main" val="1042752030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808690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305662605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283497189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64021408"/>
      </p:ext>
    </p:extLst>
  </p:cSld>
  <p:clrMapOvr>
    <a:masterClrMapping/>
  </p:clrMapOvr>
  <p:transition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931025" y="630238"/>
            <a:ext cx="2105025" cy="611187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611188" y="630238"/>
            <a:ext cx="6167437" cy="611187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706589554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503238" y="481013"/>
            <a:ext cx="8640762" cy="1292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 flipH="1">
            <a:off x="0" y="1773238"/>
            <a:ext cx="503238" cy="5084762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923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630238"/>
            <a:ext cx="8424862" cy="10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923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881188"/>
            <a:ext cx="8424862" cy="486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  <p:pic>
        <p:nvPicPr>
          <p:cNvPr id="9234" name="Picture 18" descr="logo pl mal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-19050"/>
            <a:ext cx="2341563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randomBar/>
  </p:transition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l-PL" altLang="pl-PL" dirty="0"/>
              <a:t>Symulacja Komputerowa</a:t>
            </a:r>
            <a:br>
              <a:rPr lang="pl-PL" altLang="pl-PL" dirty="0"/>
            </a:br>
            <a:r>
              <a:rPr lang="pl-PL" altLang="pl-PL" dirty="0"/>
              <a:t>Wykład 6: Algorytmy symulacji systemów warunkowo-zdarzeniowych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l-PL" altLang="pl-PL" dirty="0"/>
          </a:p>
          <a:p>
            <a:r>
              <a:rPr lang="pl-PL" altLang="pl-PL" dirty="0"/>
              <a:t>Dr inż. Dariusz Gąsior</a:t>
            </a:r>
          </a:p>
        </p:txBody>
      </p:sp>
    </p:spTree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2800" dirty="0"/>
              <a:t>Algorytmy upływu czasu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400" dirty="0"/>
              <a:t>Względny:</a:t>
            </a:r>
          </a:p>
          <a:p>
            <a:pPr lvl="1"/>
            <a:r>
              <a:rPr lang="pl-PL" sz="2000" dirty="0"/>
              <a:t>wybierz najmniejszy dodatni atrybut czasowy - </a:t>
            </a:r>
            <a:r>
              <a:rPr lang="pl-PL" sz="2000" dirty="0" err="1"/>
              <a:t>Tmin</a:t>
            </a:r>
            <a:endParaRPr lang="pl-PL" sz="2000" dirty="0"/>
          </a:p>
          <a:p>
            <a:pPr lvl="1"/>
            <a:r>
              <a:rPr lang="pl-PL" sz="2000" dirty="0"/>
              <a:t>Wszystkie atrybuty czasu zmniejsz o </a:t>
            </a:r>
            <a:r>
              <a:rPr lang="pl-PL" sz="2000" dirty="0" err="1"/>
              <a:t>Tmin</a:t>
            </a:r>
            <a:endParaRPr lang="pl-PL" sz="2000" dirty="0"/>
          </a:p>
          <a:p>
            <a:pPr lvl="1"/>
            <a:r>
              <a:rPr lang="pl-PL" sz="2000" dirty="0"/>
              <a:t>Dodaj </a:t>
            </a:r>
            <a:r>
              <a:rPr lang="pl-PL" sz="2000" dirty="0" err="1"/>
              <a:t>Tmin</a:t>
            </a:r>
            <a:r>
              <a:rPr lang="pl-PL" sz="2000" dirty="0"/>
              <a:t> do czasu systemowego.</a:t>
            </a:r>
          </a:p>
          <a:p>
            <a:r>
              <a:rPr lang="pl-PL" sz="2400" dirty="0"/>
              <a:t>Bezwzględny:</a:t>
            </a:r>
          </a:p>
          <a:p>
            <a:pPr lvl="1"/>
            <a:r>
              <a:rPr lang="pl-PL" sz="2000" dirty="0"/>
              <a:t>Wybierz najmniejszy atrybut czasowy większy od aktualnego czasu - </a:t>
            </a:r>
            <a:r>
              <a:rPr lang="pl-PL" sz="2000" dirty="0" err="1"/>
              <a:t>Tmin</a:t>
            </a:r>
            <a:r>
              <a:rPr lang="pl-PL" sz="2000" dirty="0"/>
              <a:t>.</a:t>
            </a:r>
          </a:p>
          <a:p>
            <a:pPr lvl="1"/>
            <a:r>
              <a:rPr lang="pl-PL" sz="2000" dirty="0"/>
              <a:t>Ustaw aktualny czas na </a:t>
            </a:r>
            <a:r>
              <a:rPr lang="pl-PL" sz="2000" dirty="0" err="1"/>
              <a:t>Tmin</a:t>
            </a:r>
            <a:r>
              <a:rPr lang="pl-PL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5483601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Algorytmy symulacji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2800" dirty="0"/>
              <a:t>Algorytmy symulacji systemów warunkowo-zdarzeniowych:</a:t>
            </a:r>
          </a:p>
          <a:p>
            <a:pPr marL="0" indent="0">
              <a:buNone/>
            </a:pPr>
            <a:endParaRPr lang="pl-PL" sz="2800" dirty="0"/>
          </a:p>
          <a:p>
            <a:r>
              <a:rPr lang="pl-PL" sz="2800" dirty="0"/>
              <a:t>Przeglądanie działań</a:t>
            </a:r>
          </a:p>
          <a:p>
            <a:endParaRPr lang="pl-PL" sz="2800" dirty="0"/>
          </a:p>
          <a:p>
            <a:r>
              <a:rPr lang="pl-PL" sz="2800" dirty="0"/>
              <a:t>Planowanie zdarzeń</a:t>
            </a:r>
          </a:p>
          <a:p>
            <a:endParaRPr lang="pl-PL" sz="2800" dirty="0"/>
          </a:p>
          <a:p>
            <a:r>
              <a:rPr lang="pl-PL" sz="2800" dirty="0"/>
              <a:t>Metoda ABC</a:t>
            </a:r>
          </a:p>
          <a:p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714692921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Przeglądanie działań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sz="2400" dirty="0"/>
              <a:t>Zainicjuj model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dirty="0"/>
              <a:t>Zakończ symulacje, gdy spełniony jest którykolwiek z warunków końca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dirty="0"/>
              <a:t>Ustaw flagę E na 0.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dirty="0"/>
              <a:t>Przejrzyj wszystkie zdarzenia i wykonaj procedury obsługi tych zdarzeń, które występują w danej chwili (w takim przypadku ustaw flagę E na 1)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dirty="0"/>
              <a:t>Jeśli flaga E jest ustawiona na 1 to wróć do 3.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400" dirty="0"/>
              <a:t>Zwiększ czas systemowy (zgodnie z algorytmem upływu czasu) i idź do 2.</a:t>
            </a:r>
          </a:p>
        </p:txBody>
      </p:sp>
    </p:spTree>
    <p:extLst>
      <p:ext uri="{BB962C8B-B14F-4D97-AF65-F5344CB8AC3E}">
        <p14:creationId xmlns:p14="http://schemas.microsoft.com/office/powerpoint/2010/main" val="1917864899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Przeglądanie działań - przykład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000" dirty="0"/>
              <a:t>Zdarzenia czasowe:</a:t>
            </a:r>
          </a:p>
          <a:p>
            <a:pPr lvl="1"/>
            <a:r>
              <a:rPr lang="pl-PL" sz="1800" dirty="0"/>
              <a:t>Przybycie klienta</a:t>
            </a:r>
          </a:p>
          <a:p>
            <a:pPr lvl="2"/>
            <a:r>
              <a:rPr lang="pl-PL" sz="1600" dirty="0"/>
              <a:t>Umieść klienta na końcu kolejki</a:t>
            </a:r>
          </a:p>
          <a:p>
            <a:pPr lvl="2"/>
            <a:r>
              <a:rPr lang="pl-PL" sz="1600" dirty="0"/>
              <a:t>Zaplanuj przybycie następnego klienta</a:t>
            </a:r>
          </a:p>
          <a:p>
            <a:pPr lvl="1"/>
            <a:r>
              <a:rPr lang="pl-PL" sz="1800" dirty="0"/>
              <a:t>Koniec obsługi klienta</a:t>
            </a:r>
          </a:p>
          <a:p>
            <a:pPr lvl="2"/>
            <a:r>
              <a:rPr lang="pl-PL" sz="1600" dirty="0"/>
              <a:t>Zwolnij stanowisko obsługi</a:t>
            </a:r>
          </a:p>
          <a:p>
            <a:r>
              <a:rPr lang="pl-PL" sz="2000" dirty="0"/>
              <a:t>Zdarzenia warunkowe:</a:t>
            </a:r>
          </a:p>
          <a:p>
            <a:pPr lvl="1"/>
            <a:r>
              <a:rPr lang="pl-PL" sz="1800" dirty="0"/>
              <a:t>Początek obsługi</a:t>
            </a:r>
          </a:p>
          <a:p>
            <a:pPr marL="457200" lvl="1" indent="0">
              <a:buNone/>
            </a:pPr>
            <a:r>
              <a:rPr lang="pl-PL" sz="1800" dirty="0"/>
              <a:t>	Warunek: puste stanowisko obsługi</a:t>
            </a:r>
          </a:p>
          <a:p>
            <a:pPr lvl="2"/>
            <a:r>
              <a:rPr lang="pl-PL" sz="1600" dirty="0"/>
              <a:t>Usuń klienta z kolejki</a:t>
            </a:r>
          </a:p>
          <a:p>
            <a:pPr lvl="2"/>
            <a:r>
              <a:rPr lang="pl-PL" sz="1600" dirty="0"/>
              <a:t>Zajmij stanowisko obsługi</a:t>
            </a:r>
          </a:p>
          <a:p>
            <a:pPr lvl="2"/>
            <a:r>
              <a:rPr lang="pl-PL" sz="1600" dirty="0"/>
              <a:t>Zaplanuj koniec obsługi</a:t>
            </a:r>
          </a:p>
        </p:txBody>
      </p:sp>
    </p:spTree>
    <p:extLst>
      <p:ext uri="{BB962C8B-B14F-4D97-AF65-F5344CB8AC3E}">
        <p14:creationId xmlns:p14="http://schemas.microsoft.com/office/powerpoint/2010/main" val="787971732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Planowanie zdarzeń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 dirty="0"/>
              <a:t>Zdarzenia czasowe posortowane wg czasów wystąpienia</a:t>
            </a:r>
          </a:p>
          <a:p>
            <a:r>
              <a:rPr lang="pl-PL" sz="2800" dirty="0"/>
              <a:t>Z każdym zdarzeniem czasowym musi być związana lista zdarzeń warunkowych, które mogą </a:t>
            </a:r>
            <a:r>
              <a:rPr lang="pl-PL" sz="2800"/>
              <a:t>się wydarzyć </a:t>
            </a:r>
            <a:r>
              <a:rPr lang="pl-PL" sz="2800" dirty="0"/>
              <a:t>w wyniku zajścia zdarzenia czasowego</a:t>
            </a:r>
          </a:p>
        </p:txBody>
      </p:sp>
    </p:spTree>
    <p:extLst>
      <p:ext uri="{BB962C8B-B14F-4D97-AF65-F5344CB8AC3E}">
        <p14:creationId xmlns:p14="http://schemas.microsoft.com/office/powerpoint/2010/main" val="1023252047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Planowanie zdarzeń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sz="1800" dirty="0"/>
              <a:t>Zainicjuj model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800" dirty="0"/>
              <a:t>Zakończ symulacje, gdy spełniony jest którykolwiek z warunków końca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800" dirty="0"/>
              <a:t>Zwiększ czas systemowy (zgodnie z algorytmem upływu czasu).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800" dirty="0"/>
              <a:t>Wykonaj procedurę związaną z bieżącym zdarzeniem czasowym.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800" dirty="0"/>
              <a:t>Dla wszystkich zdarzeń warunkowych związanych z  bieżącym zdarzeniem czasowym sprawdź warunek i wykonaj odpowiednią procedurę związaną ze zdarzeniem jeśli warunek jest spełniony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800" dirty="0"/>
              <a:t>Idź do 2</a:t>
            </a:r>
          </a:p>
        </p:txBody>
      </p:sp>
    </p:spTree>
    <p:extLst>
      <p:ext uri="{BB962C8B-B14F-4D97-AF65-F5344CB8AC3E}">
        <p14:creationId xmlns:p14="http://schemas.microsoft.com/office/powerpoint/2010/main" val="828587721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Planowanie zdarzeń – przykład (1/2)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 dirty="0"/>
              <a:t>Zdarzenia czasowe:</a:t>
            </a:r>
          </a:p>
          <a:p>
            <a:pPr marL="457200" lvl="1" indent="0">
              <a:buNone/>
            </a:pPr>
            <a:r>
              <a:rPr lang="pl-PL" sz="2400" dirty="0"/>
              <a:t>1. Koniec obsługi klienta</a:t>
            </a:r>
          </a:p>
          <a:p>
            <a:pPr lvl="2"/>
            <a:r>
              <a:rPr lang="pl-PL" sz="2000" dirty="0"/>
              <a:t>zwolnij stanowisko obsługi</a:t>
            </a:r>
          </a:p>
          <a:p>
            <a:pPr lvl="2"/>
            <a:r>
              <a:rPr lang="pl-PL" sz="2000" dirty="0"/>
              <a:t>Zdarzenia warunkowe:</a:t>
            </a:r>
          </a:p>
          <a:p>
            <a:pPr lvl="3"/>
            <a:r>
              <a:rPr lang="pl-PL" sz="1600"/>
              <a:t>Jeśli </a:t>
            </a:r>
            <a:r>
              <a:rPr lang="pl-PL" sz="1600" dirty="0"/>
              <a:t>kolejka nie jest pusta:</a:t>
            </a:r>
          </a:p>
          <a:p>
            <a:pPr lvl="4"/>
            <a:r>
              <a:rPr lang="pl-PL" sz="1600" dirty="0"/>
              <a:t>Usuń klienta z kolejki</a:t>
            </a:r>
          </a:p>
          <a:p>
            <a:pPr lvl="4"/>
            <a:r>
              <a:rPr lang="pl-PL" sz="1600" dirty="0"/>
              <a:t>Zajmij stanowisko obsługi</a:t>
            </a:r>
          </a:p>
          <a:p>
            <a:pPr lvl="4"/>
            <a:r>
              <a:rPr lang="pl-PL" sz="1600" dirty="0"/>
              <a:t>Zaplanuj koniec obsługi</a:t>
            </a:r>
          </a:p>
          <a:p>
            <a:pPr lvl="4"/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699249968"/>
      </p:ext>
    </p:extLst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Planowanie zdarzeń – przykład (2/2)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 dirty="0"/>
              <a:t>Zdarzenia czasowe c.d.:</a:t>
            </a:r>
          </a:p>
          <a:p>
            <a:pPr marL="457200" lvl="1" indent="0">
              <a:buNone/>
            </a:pPr>
            <a:r>
              <a:rPr lang="pl-PL" sz="2400" dirty="0"/>
              <a:t>2. Przybycie klienta</a:t>
            </a:r>
          </a:p>
          <a:p>
            <a:pPr lvl="2"/>
            <a:r>
              <a:rPr lang="pl-PL" sz="2000" dirty="0"/>
              <a:t>Zaplanuj przybycie następnego klienta</a:t>
            </a:r>
          </a:p>
          <a:p>
            <a:pPr lvl="2"/>
            <a:r>
              <a:rPr lang="pl-PL" sz="2000" dirty="0"/>
              <a:t>Zdarzenia warunkowe:</a:t>
            </a:r>
          </a:p>
          <a:p>
            <a:pPr lvl="3"/>
            <a:r>
              <a:rPr lang="pl-PL" sz="1600" dirty="0"/>
              <a:t>Jeśli stanowisko obsługi jest puste:</a:t>
            </a:r>
          </a:p>
          <a:p>
            <a:pPr lvl="4"/>
            <a:r>
              <a:rPr lang="pl-PL" sz="1600" dirty="0"/>
              <a:t>Rozpocznij obsługę</a:t>
            </a:r>
          </a:p>
          <a:p>
            <a:pPr lvl="4"/>
            <a:r>
              <a:rPr lang="pl-PL" sz="1600" dirty="0"/>
              <a:t>Zaplanuj zakończenie obsługi</a:t>
            </a:r>
          </a:p>
          <a:p>
            <a:pPr lvl="3"/>
            <a:r>
              <a:rPr lang="pl-PL" sz="1600" dirty="0"/>
              <a:t>Jeśli stanowisko obsługi jest zajęte:</a:t>
            </a:r>
          </a:p>
          <a:p>
            <a:pPr lvl="4"/>
            <a:r>
              <a:rPr lang="pl-PL" sz="1600" dirty="0"/>
              <a:t>Umieść klienta na końcu kolejki</a:t>
            </a:r>
          </a:p>
          <a:p>
            <a:pPr lvl="4"/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207658150"/>
      </p:ext>
    </p:extLst>
  </p:cSld>
  <p:clrMapOvr>
    <a:masterClrMapping/>
  </p:clrMapOvr>
  <p:transition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Metoda ABC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sz="2200" dirty="0"/>
              <a:t>Zainicjuj model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200" dirty="0"/>
              <a:t>Zakończ symulacje, gdy spełniony jest którykolwiek z warunków końca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200" dirty="0"/>
              <a:t>Zwiększ czas systemowy (zgodnie z algorytmem upływu czasu).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200" dirty="0"/>
              <a:t>Wykonaj procedurę związaną z bieżącym zdarzeniem czasowym.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200" dirty="0"/>
              <a:t>Ustaw flagę E na 0.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200" dirty="0"/>
              <a:t>Przejrzyj wszystkie zdarzenia warunkowe i jeśli warunek jakiegoś zdarzenia jest spełniony to wykonaj odpowiednią procedurę związaną ze zdarzeniem i ustaw E na 1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200" dirty="0"/>
              <a:t>Jeśli flaga E jest ustawiona na 1 idź do 5 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2200" dirty="0"/>
              <a:t>Idź do 2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13628445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1_Projekt domyślny">
  <a:themeElements>
    <a:clrScheme name="1_Projekt domyślny 1">
      <a:dk1>
        <a:srgbClr val="000000"/>
      </a:dk1>
      <a:lt1>
        <a:srgbClr val="FFFFFF"/>
      </a:lt1>
      <a:dk2>
        <a:srgbClr val="FFEBD5"/>
      </a:dk2>
      <a:lt2>
        <a:srgbClr val="78120A"/>
      </a:lt2>
      <a:accent1>
        <a:srgbClr val="E32213"/>
      </a:accent1>
      <a:accent2>
        <a:srgbClr val="FFD3A1"/>
      </a:accent2>
      <a:accent3>
        <a:srgbClr val="FFFFFF"/>
      </a:accent3>
      <a:accent4>
        <a:srgbClr val="000000"/>
      </a:accent4>
      <a:accent5>
        <a:srgbClr val="EFABAA"/>
      </a:accent5>
      <a:accent6>
        <a:srgbClr val="E7BF91"/>
      </a:accent6>
      <a:hlink>
        <a:srgbClr val="FFD9AF"/>
      </a:hlink>
      <a:folHlink>
        <a:srgbClr val="FFB25D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wyklad1" id="{551E832A-925F-ED41-939C-D4BE2247C2B8}" vid="{39290E1C-1DF4-F940-ACC4-CD4362D23FDA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AA2E251144B404EA9E598855E9A21C4" ma:contentTypeVersion="3" ma:contentTypeDescription="Utwórz nowy dokument." ma:contentTypeScope="" ma:versionID="1d37c8d2fb4cd0d149ca48afa945a1d9">
  <xsd:schema xmlns:xsd="http://www.w3.org/2001/XMLSchema" xmlns:xs="http://www.w3.org/2001/XMLSchema" xmlns:p="http://schemas.microsoft.com/office/2006/metadata/properties" xmlns:ns2="e4e4be2c-45ae-4625-bc62-f1f615e37b29" targetNamespace="http://schemas.microsoft.com/office/2006/metadata/properties" ma:root="true" ma:fieldsID="637b2a164887443e1c89543e6bc475df" ns2:_="">
    <xsd:import namespace="e4e4be2c-45ae-4625-bc62-f1f615e37b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4be2c-45ae-4625-bc62-f1f615e37b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E2F3E3-59D2-4E7B-8581-8A2D98066A3B}"/>
</file>

<file path=customXml/itemProps2.xml><?xml version="1.0" encoding="utf-8"?>
<ds:datastoreItem xmlns:ds="http://schemas.openxmlformats.org/officeDocument/2006/customXml" ds:itemID="{FED03C17-A4CA-4827-B10E-1C63D48E11BB}"/>
</file>

<file path=customXml/itemProps3.xml><?xml version="1.0" encoding="utf-8"?>
<ds:datastoreItem xmlns:ds="http://schemas.openxmlformats.org/officeDocument/2006/customXml" ds:itemID="{6D9093F4-562A-48DE-8B05-77C81BD802A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</TotalTime>
  <Words>446</Words>
  <Application>Microsoft Macintosh PowerPoint</Application>
  <PresentationFormat>Pokaz na ekranie (4:3)</PresentationFormat>
  <Paragraphs>83</Paragraphs>
  <Slides>10</Slides>
  <Notes>4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1_Projekt domyślny</vt:lpstr>
      <vt:lpstr>Symulacja Komputerowa Wykład 6: Algorytmy symulacji systemów warunkowo-zdarzeniowych</vt:lpstr>
      <vt:lpstr>Algorytmy upływu czasu</vt:lpstr>
      <vt:lpstr>Algorytmy symulacji</vt:lpstr>
      <vt:lpstr>Przeglądanie działań</vt:lpstr>
      <vt:lpstr>Przeglądanie działań - przykład</vt:lpstr>
      <vt:lpstr>Planowanie zdarzeń</vt:lpstr>
      <vt:lpstr>Planowanie zdarzeń</vt:lpstr>
      <vt:lpstr>Planowanie zdarzeń – przykład (1/2)</vt:lpstr>
      <vt:lpstr>Planowanie zdarzeń – przykład (2/2)</vt:lpstr>
      <vt:lpstr>Metoda ABC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Symulacja Komputerowa Wykład 1</dc:title>
  <dc:creator>Dariusz Gasior</dc:creator>
  <cp:lastModifiedBy>Dariusz Gąsior</cp:lastModifiedBy>
  <cp:revision>86</cp:revision>
  <dcterms:created xsi:type="dcterms:W3CDTF">2015-10-06T14:07:00Z</dcterms:created>
  <dcterms:modified xsi:type="dcterms:W3CDTF">2025-11-06T17:52:31Z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0x0101003AA2E251144B404EA9E598855E9A21C4</vt:lpwstr>
  </property>
</Properties>
</file>